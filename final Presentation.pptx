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22" Type="http://schemas.openxmlformats.org/officeDocument/2006/relationships/slide" Target="slides/slide17.xml"/><Relationship Id="rId44" Type="http://schemas.openxmlformats.org/officeDocument/2006/relationships/font" Target="fonts/Lato-boldItalic.fntdata"/><Relationship Id="rId21" Type="http://schemas.openxmlformats.org/officeDocument/2006/relationships/slide" Target="slides/slide16.xml"/><Relationship Id="rId43" Type="http://schemas.openxmlformats.org/officeDocument/2006/relationships/font" Target="fonts/Lato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449ef607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449ef607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449ef607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449ef607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449ef607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449ef607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c449ef607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c449ef607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c449ef607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c449ef607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c62c86610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c62c8661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62c86610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c62c86610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c62c86610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c62c86610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dc62c8661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dc62c8661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c62c8661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dc62c8661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dc62c86610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dc62c86610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dc62c8661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dc62c8661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c62c86610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c62c86610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c62c86610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dc62c86610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dc62c86610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dc62c86610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c62c86610_0_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dc62c86610_0_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c62c86610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c62c86610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c62c86610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c62c86610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dc62c86610_0_2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dc62c86610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dc62c86610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dc62c86610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dc62c86610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dc62c86610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dc62c86610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dc62c86610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62c86610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c62c86610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dc62c86610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dc62c86610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dc62c86610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dc62c86610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c62c86610_0_2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dc62c86610_0_2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3dc62c86610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3dc62c86610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c62c86610_0_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c62c86610_0_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c62c86610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c62c86610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dc62c86610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dc62c86610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://drive.google.com/file/d/1xSo6GuR-RcHXlpxk4BQY6qbrce3jtYVW/view" TargetMode="External"/><Relationship Id="rId4" Type="http://schemas.openxmlformats.org/officeDocument/2006/relationships/image" Target="../media/image10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drive.google.com/file/d/1UN1V3iSZ3Xuuc8BXiQLDkPRglinb3eF_/view" TargetMode="External"/><Relationship Id="rId4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Spatial Acoustic Analysis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Ryan Adolph, Michael Oswald, MJ Parker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 Clem Izurieta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Spatial awareness and signal profiling are important in defense and civilian settings.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project designs a modular, real-time audio sensing system on a Raspberry Pi.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system captures audio, decomposes channels, beamforms, and runs FFT analysis.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Outputs are stored and transferred to an operator PC for comparison and display.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Goal: lightweight, extensible sensing in resource-constrained environments.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Objective: build a functional signal intelligence system.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system combines acoustic observation and RF spectrum awareness.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aims to detect, identify, and characterize signal-emitting systems.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design emphasizes accessible parts and a simple interface.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reduces complex input into actionable intelligence packets.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Modern environments contain many acoustic and electromagnetic emissions.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These signals can help characterize transportation, communication, ECM, and drones.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Cost, deployability, and stability matter for real-world use.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team’s goal is to build a system that is practical and affordable.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Raspberry Pi 4 Model B.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Audio Interface (Mixpre 6 II).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Microphones, 4x Shure Beta 98.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Connecting cables.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Operator PC.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Similar Projects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FPGA Implementation of a Bartlett Direction of Arrival algorithm for a 5.8GHz Circular Antenna Array, 2016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paper outlines an FPGA implementation of a Direction of Arrival algorithm using an array of Antennas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research was done locally by the Montana State Electrical and Computer Engineering Department by Brock J. LaMeres, Yikun Huang, Monther Abusultan, Sam Harkness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Developing A Real-Time SDR System, Implementing software-defined radio by integrating a tool like GNU Radio with real FPGA hardware and design and verification tools. July 29th, 2021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This paper outlines how a Software-Defined Radio System (SDR) is implemented on a FPGA board.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 main goal of an SDR is to transfer audio data through analog channels, breaking down the incoming wave signal into digital signals.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Background: The Difference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Our project is designed for everyday users to buy, set up, and upgrade.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Bartlett DOA project uses an FPGA and antenna array, which is faster and more specialized.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Our system uses 4 microphones, an audio mixer, and a Raspberry Pi.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project avoids extra SDR complexity by using the mixer’s built-in conversion to digital audio.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Raspberry Pi analyzes the resulting .wav data with FFT.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Schedule: Responsibilities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Whole Group: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Personal Resumes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Poster Completion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Portfolio Completion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Research Celebration Presentation (5/1/26)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 Final Capstone Presentation (5/5/26)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 Schedule: Milestones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Implement FFT with microphones.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Create microphone stand.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Update FFT code for beamforming.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Start UI design.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Create beamforming algorithm.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Build Raspberry Pi to operator PC pipeline.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Update UI.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Finish prototype testing.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Present at Student Research Celebration.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Finalize portfolio.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Lifecycle Approach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system can grow with more microphones and stronger computation.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could be expanded for military vehicle defense or home intrusion detection.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design emphasizes low cost, fast information gathering, and simplicity.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is intended to be usable by non-technical people.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Functional/Nonfunctional Requirements</a:t>
            </a:r>
            <a:endParaRPr/>
          </a:p>
        </p:txBody>
      </p:sp>
      <p:sp>
        <p:nvSpPr>
          <p:cNvPr id="195" name="Google Shape;195;p23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Functional: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Detect a signal being emitted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Profile a signal being detected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Match audio signal to RF signal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Consistently tracks object location and behavior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Create and log a database of object profiles for identification and comparison</a:t>
            </a:r>
            <a:endParaRPr/>
          </a:p>
        </p:txBody>
      </p:sp>
      <p:sp>
        <p:nvSpPr>
          <p:cNvPr id="196" name="Google Shape;196;p23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Non-Functional Requirements: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Minimized the overhead of code/hardware needs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Avoid displaying noise in the final User Interface presentation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Display simple User Interface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System setup can be done by non-technical personnel / is simple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Interface Requirements</a:t>
            </a:r>
            <a:endParaRPr/>
          </a:p>
        </p:txBody>
      </p:sp>
      <p:sp>
        <p:nvSpPr>
          <p:cNvPr id="202" name="Google Shape;202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Must display each microphones output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Must use a layout that is easy to read and navigate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Must allow the user to view microphone output without additional configuration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Shall display a </a:t>
            </a:r>
            <a:r>
              <a:rPr lang="en"/>
              <a:t>scrollable</a:t>
            </a:r>
            <a:r>
              <a:rPr lang="en"/>
              <a:t> system log containing recent events and errors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Shall include a timestamp for every entry within the system log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Shall display radar-detected targets in a real-time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Standards, Tools Used,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project follows the Factory design pattern for modularity.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Open-source FFT code was adapted instead of written from scratch.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audio mixer handles noise filtering before data reaches the Pi.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design supports future upgrades and easier maintenance.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214" name="Google Shape;214;p2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A 4-microphone array captures audio in 0.25-second intervals every 0.50 seconds.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combined .wav file is split into 4 channels.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Beamforming determines the direction of the incoming signal.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FFT analysis extracts frequency information from each channel.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FFT output is stored and transferred to the operator PC.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13900" y="133887"/>
            <a:ext cx="6116199" cy="48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71037" y="76200"/>
            <a:ext cx="1801925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513582"/>
            <a:ext cx="9144003" cy="211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19424"/>
            <a:ext cx="9144003" cy="15046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5338" y="781050"/>
            <a:ext cx="7553325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Pipeline</a:t>
            </a:r>
            <a:endParaRPr/>
          </a:p>
        </p:txBody>
      </p:sp>
      <p:sp>
        <p:nvSpPr>
          <p:cNvPr id="255" name="Google Shape;255;p3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Audio capture, channel decomposition, beamforming, and frequency analysis form a pipeline.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pipeline separates each processing stage.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File-based interfaces support interoperability across tools and languages.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Example flow: Scan.wav → Mic_*.wav → Beam_Angle_*.wav → FFT_Output.txt.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2" name="Google Shape;26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126" y="0"/>
            <a:ext cx="8395749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Facade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shell script acts as a single entry point for the full system.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coordinates capture, splitting, beamforming, FFT, output management, and cleanup.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This simplifies user interaction.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It hides the complexity of the subsystem.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Strategy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Naming rules and retention policies are separated from core processing.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Sequential scan naming keeps outputs traceable.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Retention logic controls storage growth.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These policies can change without rewriting the processing pipeline.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Producer–Consumer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Raspberry Pi produces FFT output files.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operator workstation consumes them for analysis and visualization.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rsync is used for file transfer.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This decouples real-time processing from deeper analysis.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Patterns: Layered Architecture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system has layers for audio capture, signal transformation, spatial processing, frequency analysis, and external processing.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Each layer uses defined interfaces.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Improvements can be made in one layer without breaking others.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This complements the pipeline structure.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3" name="Google Shape;29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0665" y="0"/>
            <a:ext cx="142267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0413" y="852488"/>
            <a:ext cx="25431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4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7" name="Google Shape;307;p40" title="20260505_095514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6520" y="0"/>
            <a:ext cx="289096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4" name="Google Shape;314;p41" title="20260505_095457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8572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Opportunities for Expansion</a:t>
            </a:r>
            <a:endParaRPr/>
          </a:p>
        </p:txBody>
      </p:sp>
      <p:sp>
        <p:nvSpPr>
          <p:cNvPr id="320" name="Google Shape;320;p4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Expand to a larger microphone array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Move demanding processing to FPGA or stronger hardware.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Add RF antenna input for trigger-based sensing.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Support wider defense and monitoring applications.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Database expansion to document and track historical data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Better anomaly interpolation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Small, affordable components can support basic detection and alarm systems.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project demonstrates that drone-defense-style sensing can be accessible.</a:t>
            </a:r>
            <a:endParaRPr sz="1200">
              <a:solidFill>
                <a:srgbClr val="D6D5D4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D6D5D4"/>
              </a:buClr>
              <a:buSzPts val="1200"/>
              <a:buFont typeface="Georgia"/>
              <a:buChar char="●"/>
            </a:pPr>
            <a:r>
              <a:rPr lang="en" sz="1200">
                <a:solidFill>
                  <a:srgbClr val="D6D5D4"/>
                </a:solidFill>
                <a:latin typeface="Georgia"/>
                <a:ea typeface="Georgia"/>
                <a:cs typeface="Georgia"/>
                <a:sym typeface="Georgia"/>
              </a:rPr>
              <a:t>The system reduces the need for advanced coding or math once prepared properly.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